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62" r:id="rId5"/>
    <p:sldId id="269" r:id="rId6"/>
    <p:sldId id="263" r:id="rId7"/>
    <p:sldId id="264" r:id="rId8"/>
    <p:sldId id="265" r:id="rId9"/>
    <p:sldId id="270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E9F2108-0092-4767-B183-DF0F6FEB9203}">
          <p14:sldIdLst>
            <p14:sldId id="256"/>
            <p14:sldId id="257"/>
            <p14:sldId id="267"/>
            <p14:sldId id="262"/>
            <p14:sldId id="269"/>
            <p14:sldId id="263"/>
            <p14:sldId id="264"/>
            <p14:sldId id="265"/>
            <p14:sldId id="270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150"/>
    <a:srgbClr val="176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7876B43-0AA6-41A2-BFDC-2F0AA31C80F7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DE832AD-C9D4-42EC-A53A-EDD922C6463F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895" y="827244"/>
            <a:ext cx="8001000" cy="194733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Клавиатурный тренажёр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3895" y="3429000"/>
            <a:ext cx="5138420" cy="23241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CBD5E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Оршанский колледж учреждения образования «ВГУ имени П.М. Машерова»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CBD5E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Группа </a:t>
            </a:r>
            <a:r>
              <a:rPr lang="ru-RU" sz="3600" dirty="0">
                <a:solidFill>
                  <a:srgbClr val="CBD5E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3</a:t>
            </a:r>
            <a:r>
              <a:rPr lang="en-US" sz="3600" dirty="0">
                <a:solidFill>
                  <a:srgbClr val="CBD5E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ПОИС24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CBD5E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Разработал: </a:t>
            </a:r>
            <a:r>
              <a:rPr lang="ru-RU" sz="3600" dirty="0">
                <a:solidFill>
                  <a:srgbClr val="CBD5E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Татков Евгений Андреевич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06823" y="667870"/>
            <a:ext cx="7877081" cy="141194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проектирования</a:t>
            </a:r>
          </a:p>
        </p:txBody>
      </p:sp>
      <p:sp>
        <p:nvSpPr>
          <p:cNvPr id="6" name="Прямоугольник: скругленные углы 5"/>
          <p:cNvSpPr/>
          <p:nvPr/>
        </p:nvSpPr>
        <p:spPr>
          <a:xfrm>
            <a:off x="806823" y="2151529"/>
            <a:ext cx="9018495" cy="2554942"/>
          </a:xfrm>
          <a:prstGeom prst="roundRect">
            <a:avLst/>
          </a:prstGeom>
          <a:solidFill>
            <a:srgbClr val="0C11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Совершенствование и систематизация теоретических знаний, а также закрепление практических навыков, полученных при изучении дисциплины «Основы алгоритмизации и программирования». Приобретение опыта самостоятельного проектирования, разработки и тестирования программного обеспечения.</a:t>
            </a:r>
          </a:p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15271" y="525889"/>
            <a:ext cx="9804494" cy="67542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курсового проектирования</a:t>
            </a:r>
          </a:p>
        </p:txBody>
      </p:sp>
      <p:sp>
        <p:nvSpPr>
          <p:cNvPr id="5" name="Прямоугольник: скругленные углы 4"/>
          <p:cNvSpPr/>
          <p:nvPr/>
        </p:nvSpPr>
        <p:spPr>
          <a:xfrm>
            <a:off x="510988" y="1479176"/>
            <a:ext cx="10300447" cy="48529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поставленной цели были определены следующие задачи: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изучить и проанализировать предметную область проекта;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рассмотреть существующие клавиатурные тренажёры и выполнить их сравнительный анализ;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спроектировать программное средство с использованием диаграмм и алгоритмов;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определить программные средства и технологии разработки;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разработать программное средство «Клавиатурный тренажёр»;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разработать пользовательскую документацию и справочную систему;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провести тестирование разработанного программного средства.</a:t>
            </a:r>
          </a:p>
          <a:p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В процессе выполнения курсового проекта были изучены методы обработки клавиатурного ввода, разработки графического пользовательского интерфейса, а также способы расчёта и отображения статистики, необходимые для создания функционального клавиатурного тренажёра.</a:t>
            </a:r>
          </a:p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/>
          <p:cNvSpPr txBox="1"/>
          <p:nvPr/>
        </p:nvSpPr>
        <p:spPr>
          <a:xfrm>
            <a:off x="685801" y="609600"/>
            <a:ext cx="10131425" cy="1456267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программного средства: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10"/>
          <p:cNvSpPr txBox="1"/>
          <p:nvPr/>
        </p:nvSpPr>
        <p:spPr>
          <a:xfrm>
            <a:off x="5275731" y="1864659"/>
            <a:ext cx="6387351" cy="381896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3" panose="05040102010807070707" pitchFamily="18" charset="2"/>
              <a:buNone/>
            </a:pPr>
            <a:r>
              <a:rPr lang="ru-RU" dirty="0">
                <a:solidFill>
                  <a:schemeClr val="tx1"/>
                </a:solidFill>
              </a:rPr>
              <a:t>Современная работа за компьютером напрямую связана с постоянным вводом текста, отчётов и программного кода, поэтому скорость печати напрямую влияет на общую эффективность ИТ-специалиста.</a:t>
            </a:r>
          </a:p>
          <a:p>
            <a:pPr marL="0" indent="0" algn="just">
              <a:buFont typeface="Wingdings 3" panose="05040102010807070707" pitchFamily="18" charset="2"/>
              <a:buNone/>
            </a:pPr>
            <a:r>
              <a:rPr lang="ru-RU" dirty="0">
                <a:solidFill>
                  <a:schemeClr val="tx1"/>
                </a:solidFill>
              </a:rPr>
              <a:t>Разрабатываемое приложение призвано решить проблему отсутствия качественного софта в этой сфере, так как существующие аналоги имеют весомые недостатки. </a:t>
            </a:r>
          </a:p>
          <a:p>
            <a:pPr marL="0" indent="0" algn="just">
              <a:buFont typeface="Wingdings 3" panose="05040102010807070707" pitchFamily="18" charset="2"/>
              <a:buNone/>
            </a:pPr>
            <a:r>
              <a:rPr lang="ru-RU" dirty="0">
                <a:solidFill>
                  <a:schemeClr val="tx1"/>
                </a:solidFill>
              </a:rPr>
              <a:t>Платные тренажёры «Соло на клавиатуре» и «VerseQ» финансово доступны не всем пользователям, а бесплатная программа «</a:t>
            </a:r>
            <a:r>
              <a:rPr lang="ru-RU" dirty="0" err="1">
                <a:solidFill>
                  <a:schemeClr val="tx1"/>
                </a:solidFill>
              </a:rPr>
              <a:t>Stamina</a:t>
            </a:r>
            <a:r>
              <a:rPr lang="ru-RU" dirty="0">
                <a:solidFill>
                  <a:schemeClr val="tx1"/>
                </a:solidFill>
              </a:rPr>
              <a:t>» давно устарела морально и обладает раздражающим звуковым сопровождением.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78" y="2465544"/>
            <a:ext cx="4150134" cy="232659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621A1C-B9EC-4F2C-BC26-AD5CB7CE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70" y="2887132"/>
            <a:ext cx="6137859" cy="541868"/>
          </a:xfrm>
        </p:spPr>
        <p:txBody>
          <a:bodyPr>
            <a:noAutofit/>
          </a:bodyPr>
          <a:lstStyle/>
          <a:p>
            <a:r>
              <a:rPr lang="ru-RU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20816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28800" y="62753"/>
            <a:ext cx="8534400" cy="770965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11" y="833718"/>
            <a:ext cx="8980578" cy="5754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80383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А0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03834"/>
            <a:ext cx="10363200" cy="57696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80383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А1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67" y="803834"/>
            <a:ext cx="10651266" cy="59006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29FF4-AB1B-4043-9E4C-6F7C5C36B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859" y="2959847"/>
            <a:ext cx="5286282" cy="938305"/>
          </a:xfrm>
        </p:spPr>
        <p:txBody>
          <a:bodyPr>
            <a:normAutofit/>
          </a:bodyPr>
          <a:lstStyle/>
          <a:p>
            <a:r>
              <a:rPr lang="ru-RU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RU" sz="5000" dirty="0"/>
          </a:p>
        </p:txBody>
      </p:sp>
    </p:spTree>
    <p:extLst>
      <p:ext uri="{BB962C8B-B14F-4D97-AF65-F5344CB8AC3E}">
        <p14:creationId xmlns:p14="http://schemas.microsoft.com/office/powerpoint/2010/main" val="1701676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8419" y="0"/>
            <a:ext cx="4031223" cy="85824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775447" y="732530"/>
          <a:ext cx="10641106" cy="5668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9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9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2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20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тестирования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проверялось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Условия проведения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0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Запуск программы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Запуск приложения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Программа запускается, главное окно отображается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0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Настройка параметров тренировки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Выбор режима и уровня сложности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Параметры тренировки устанавливаются корректно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35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Проведение тренировки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Начало тренировки и ввод текста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Символы обрабатываются корректно, тренировка выполняется без ошибок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35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Расчёт статистики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Завершение тренировки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Скорость печати, количество ошибок и точность вычисляются корректно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0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Тестирование обработки ошибок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Проверка реакции на ошибочный ввод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Ввод неверных символов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Ошибки фиксируются, работа программы не нарушается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0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Тестирование сохранения результатов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Сохранение результатов тренировки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Завершение тренировки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Результаты сохраняются в историю тренировок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535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Тестирование обработки неверной раскладки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реакции на ошибочный ввод сим-вола другой раскладки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 неверных символов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Ошибки фиксируются, пользователю предложено изменить рас-кладку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03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Тестирование обработки ошибок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Просмотр истории тренировок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Открытие истории после со-хранения результатов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История и график прогресса отображаются корректно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6435" y="2675466"/>
            <a:ext cx="8119130" cy="1507067"/>
          </a:xfrm>
        </p:spPr>
        <p:txBody>
          <a:bodyPr>
            <a:noAutofit/>
          </a:bodyPr>
          <a:lstStyle/>
          <a:p>
            <a:r>
              <a:rPr lang="ru-RU" sz="5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</TotalTime>
  <Words>415</Words>
  <Application>Microsoft Office PowerPoint</Application>
  <PresentationFormat>Широкоэкранный</PresentationFormat>
  <Paragraphs>67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Calibri</vt:lpstr>
      <vt:lpstr>Century Gothic</vt:lpstr>
      <vt:lpstr>Times New Roman</vt:lpstr>
      <vt:lpstr>Wingdings 3</vt:lpstr>
      <vt:lpstr>Сектор</vt:lpstr>
      <vt:lpstr>Клавиатурный тренажёр </vt:lpstr>
      <vt:lpstr>Цель курсового проектирования</vt:lpstr>
      <vt:lpstr>Задачи курсового проектирования</vt:lpstr>
      <vt:lpstr>Презентация PowerPoint</vt:lpstr>
      <vt:lpstr>Проектирование</vt:lpstr>
      <vt:lpstr>Диаграмма USE-CASE</vt:lpstr>
      <vt:lpstr>Диаграмма IDEF0 диаграмма А0</vt:lpstr>
      <vt:lpstr>Диаграмма IDEF0 диаграмма А1</vt:lpstr>
      <vt:lpstr>Тестирование</vt:lpstr>
      <vt:lpstr>Тестирование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14</cp:revision>
  <dcterms:created xsi:type="dcterms:W3CDTF">2026-07-06T06:13:00Z</dcterms:created>
  <dcterms:modified xsi:type="dcterms:W3CDTF">2026-10-21T09:30:57Z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849B34AEFF964073B7C1D62B19117A78_12</vt:lpwstr>
  </property>
</Properties>
</file>